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B3C9"/>
    <a:srgbClr val="6AEDF0"/>
    <a:srgbClr val="FFDF79"/>
    <a:srgbClr val="FFC000"/>
    <a:srgbClr val="B5CB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D5617-2225-4EFE-B712-AB8B3028752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78E-9403-4FE9-A23E-B3E85B930ED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5323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D5617-2225-4EFE-B712-AB8B3028752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78E-9403-4FE9-A23E-B3E85B930ED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9253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D5617-2225-4EFE-B712-AB8B3028752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78E-9403-4FE9-A23E-B3E85B930ED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9075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D5617-2225-4EFE-B712-AB8B3028752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78E-9403-4FE9-A23E-B3E85B930ED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9207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D5617-2225-4EFE-B712-AB8B3028752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78E-9403-4FE9-A23E-B3E85B930ED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0346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D5617-2225-4EFE-B712-AB8B3028752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78E-9403-4FE9-A23E-B3E85B930ED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5009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D5617-2225-4EFE-B712-AB8B3028752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78E-9403-4FE9-A23E-B3E85B930ED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8955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D5617-2225-4EFE-B712-AB8B3028752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78E-9403-4FE9-A23E-B3E85B930ED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2568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D5617-2225-4EFE-B712-AB8B3028752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78E-9403-4FE9-A23E-B3E85B930ED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3025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D5617-2225-4EFE-B712-AB8B3028752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78E-9403-4FE9-A23E-B3E85B930ED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7901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D5617-2225-4EFE-B712-AB8B3028752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78E-9403-4FE9-A23E-B3E85B930ED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3542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9D5617-2225-4EFE-B712-AB8B3028752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A578E-9403-4FE9-A23E-B3E85B930ED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9146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evel 3"/>
          <p:cNvSpPr/>
          <p:nvPr/>
        </p:nvSpPr>
        <p:spPr>
          <a:xfrm>
            <a:off x="492369" y="506440"/>
            <a:ext cx="11324492" cy="687205"/>
          </a:xfrm>
          <a:prstGeom prst="bevel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MANUAL DE HISTORIA DE PRIMER AÑO</a:t>
            </a:r>
            <a:endParaRPr lang="es-ES" sz="2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Bevel 4"/>
          <p:cNvSpPr/>
          <p:nvPr/>
        </p:nvSpPr>
        <p:spPr>
          <a:xfrm>
            <a:off x="492369" y="1345227"/>
            <a:ext cx="11324492" cy="687205"/>
          </a:xfrm>
          <a:prstGeom prst="bevel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Bevel 5"/>
          <p:cNvSpPr/>
          <p:nvPr/>
        </p:nvSpPr>
        <p:spPr>
          <a:xfrm>
            <a:off x="492369" y="2246966"/>
            <a:ext cx="11324492" cy="687205"/>
          </a:xfrm>
          <a:prstGeom prst="bevel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Bevel 6"/>
          <p:cNvSpPr/>
          <p:nvPr/>
        </p:nvSpPr>
        <p:spPr>
          <a:xfrm>
            <a:off x="492369" y="3094893"/>
            <a:ext cx="11324492" cy="687205"/>
          </a:xfrm>
          <a:prstGeom prst="bevel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Bevel 7"/>
          <p:cNvSpPr/>
          <p:nvPr/>
        </p:nvSpPr>
        <p:spPr>
          <a:xfrm>
            <a:off x="492369" y="3942820"/>
            <a:ext cx="11324492" cy="687205"/>
          </a:xfrm>
          <a:prstGeom prst="bevel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Bevel 8"/>
          <p:cNvSpPr/>
          <p:nvPr/>
        </p:nvSpPr>
        <p:spPr>
          <a:xfrm>
            <a:off x="492369" y="4857221"/>
            <a:ext cx="11324492" cy="687205"/>
          </a:xfrm>
          <a:prstGeom prst="bevel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Bevel 9"/>
          <p:cNvSpPr/>
          <p:nvPr/>
        </p:nvSpPr>
        <p:spPr>
          <a:xfrm>
            <a:off x="492369" y="5725201"/>
            <a:ext cx="11324492" cy="687205"/>
          </a:xfrm>
          <a:prstGeom prst="bevel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1" name="Bevel 10"/>
          <p:cNvSpPr/>
          <p:nvPr/>
        </p:nvSpPr>
        <p:spPr>
          <a:xfrm>
            <a:off x="492369" y="1345226"/>
            <a:ext cx="11324492" cy="687205"/>
          </a:xfrm>
          <a:prstGeom prst="bevel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26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LÍNEA DE TIEMPO // </a:t>
            </a:r>
            <a:r>
              <a:rPr lang="es-AR" sz="26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VOCABULARIO // MAPA Y RED CONCEPTUALES</a:t>
            </a:r>
            <a:endParaRPr lang="es-ES" sz="2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Bevel 11"/>
          <p:cNvSpPr/>
          <p:nvPr/>
        </p:nvSpPr>
        <p:spPr>
          <a:xfrm>
            <a:off x="492369" y="2246965"/>
            <a:ext cx="11324492" cy="687205"/>
          </a:xfrm>
          <a:prstGeom prst="bevel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PROGRAMA DE LA MATERIA</a:t>
            </a:r>
            <a:endParaRPr lang="es-ES" sz="2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Bevel 12"/>
          <p:cNvSpPr/>
          <p:nvPr/>
        </p:nvSpPr>
        <p:spPr>
          <a:xfrm>
            <a:off x="492369" y="3094893"/>
            <a:ext cx="11324492" cy="687205"/>
          </a:xfrm>
          <a:prstGeom prst="bevel">
            <a:avLst/>
          </a:prstGeom>
          <a:solidFill>
            <a:srgbClr val="B5CB6F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PLANIFICACIÓN ANUAL</a:t>
            </a:r>
            <a:endParaRPr lang="es-ES" sz="2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Bevel 13"/>
          <p:cNvSpPr/>
          <p:nvPr/>
        </p:nvSpPr>
        <p:spPr>
          <a:xfrm>
            <a:off x="492369" y="3918905"/>
            <a:ext cx="11324492" cy="687205"/>
          </a:xfrm>
          <a:prstGeom prst="bevel">
            <a:avLst/>
          </a:prstGeom>
          <a:solidFill>
            <a:srgbClr val="FFDF79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CRONOGRAMA DE CLASES</a:t>
            </a:r>
            <a:endParaRPr lang="es-ES" sz="2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Bevel 14"/>
          <p:cNvSpPr/>
          <p:nvPr/>
        </p:nvSpPr>
        <p:spPr>
          <a:xfrm>
            <a:off x="492369" y="4794973"/>
            <a:ext cx="11324492" cy="687205"/>
          </a:xfrm>
          <a:prstGeom prst="bevel">
            <a:avLst/>
          </a:prstGeom>
          <a:solidFill>
            <a:srgbClr val="6AEDF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PLANILLA DE SEGUIMIENTO DE APRENDIZAJES</a:t>
            </a:r>
            <a:endParaRPr lang="es-ES" sz="2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Bevel 15"/>
          <p:cNvSpPr/>
          <p:nvPr/>
        </p:nvSpPr>
        <p:spPr>
          <a:xfrm>
            <a:off x="492369" y="5725201"/>
            <a:ext cx="11324492" cy="687205"/>
          </a:xfrm>
          <a:prstGeom prst="bevel">
            <a:avLst/>
          </a:prstGeom>
          <a:solidFill>
            <a:srgbClr val="C7B3C9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sz="28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RÚBRICAS</a:t>
            </a:r>
            <a:endParaRPr lang="es-ES" sz="2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44374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Claudio Saco</dc:creator>
  <cp:lastModifiedBy>Claudio Saco</cp:lastModifiedBy>
  <cp:revision>4</cp:revision>
  <dcterms:created xsi:type="dcterms:W3CDTF">2026-10-01T21:59:27Z</dcterms:created>
  <dcterms:modified xsi:type="dcterms:W3CDTF">2026-10-01T22:05:29Z</dcterms:modified>
</cp:coreProperties>
</file>